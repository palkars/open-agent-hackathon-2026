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C3D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RESEARCHOS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question needs memory and evidence.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2920" y="310896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E56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conclusion has to say whether that evidence supports the claim.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418320" y="64465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56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 /  9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C3D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AND USERS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Notes and papers never meet.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513832" cy="1965960"/>
          </a:xfrm>
          <a:prstGeom prst="roundRect">
            <a:avLst>
              <a:gd name="adj" fmla="val 5581"/>
            </a:avLst>
          </a:prstGeom>
          <a:solidFill>
            <a:srgbClr val="FFFAF3"/>
          </a:solidFill>
          <a:ln w="12700">
            <a:solidFill>
              <a:srgbClr val="DDD4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691640"/>
            <a:ext cx="518464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</a:t>
            </a:r>
            <a:pPr indent="0" marL="0">
              <a:buNone/>
            </a:pPr>
            <a:r>
              <a:rPr lang="en-US" sz="1600" dirty="0">
                <a:solidFill>
                  <a:srgbClr val="1C19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A researcher checking one claim against a paper corpus and their own earlier conclusions.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44768" y="1691640"/>
            <a:ext cx="5513832" cy="1965960"/>
          </a:xfrm>
          <a:prstGeom prst="roundRect">
            <a:avLst>
              <a:gd name="adj" fmla="val 5581"/>
            </a:avLst>
          </a:prstGeom>
          <a:solidFill>
            <a:srgbClr val="FFFAF3"/>
          </a:solidFill>
          <a:ln w="12700">
            <a:solidFill>
              <a:srgbClr val="DDD4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09360" y="1691640"/>
            <a:ext cx="518464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work</a:t>
            </a:r>
            <a:pPr indent="0" marL="0">
              <a:buNone/>
            </a:pPr>
            <a:r>
              <a:rPr lang="en-US" sz="1600" dirty="0">
                <a:solidFill>
                  <a:srgbClr val="1C19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question is plain language. No paper id, and no model name. The demo is post-quantum cryptography.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3785616"/>
            <a:ext cx="5513832" cy="1965960"/>
          </a:xfrm>
          <a:prstGeom prst="roundRect">
            <a:avLst>
              <a:gd name="adj" fmla="val 5581"/>
            </a:avLst>
          </a:prstGeom>
          <a:solidFill>
            <a:srgbClr val="FFFAF3"/>
          </a:solidFill>
          <a:ln w="12700">
            <a:solidFill>
              <a:srgbClr val="DDD4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3785616"/>
            <a:ext cx="518464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breaks</a:t>
            </a:r>
            <a:pPr indent="0" marL="0">
              <a:buNone/>
            </a:pPr>
            <a:r>
              <a:rPr lang="en-US" sz="1600" dirty="0">
                <a:solidFill>
                  <a:srgbClr val="1C19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A new question starts from zero, or repeats a conclusion the papers no longer support.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44768" y="3785616"/>
            <a:ext cx="5513832" cy="1965960"/>
          </a:xfrm>
          <a:prstGeom prst="roundRect">
            <a:avLst>
              <a:gd name="adj" fmla="val 5581"/>
            </a:avLst>
          </a:prstGeom>
          <a:solidFill>
            <a:srgbClr val="FFFAF3"/>
          </a:solidFill>
          <a:ln w="12700">
            <a:solidFill>
              <a:srgbClr val="DDD4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3785616"/>
            <a:ext cx="518464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 model does</a:t>
            </a:r>
            <a:pPr indent="0" marL="0">
              <a:buNone/>
            </a:pPr>
            <a:r>
              <a:rPr lang="en-US" sz="1600" dirty="0">
                <a:solidFill>
                  <a:srgbClr val="1C19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It can name papers that were never retrieved. Nothing says whether the evidence supports the claim.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418320" y="64465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56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 /  9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C3D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question. Four panes. One assessment.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155680" cy="932688"/>
          </a:xfrm>
          <a:prstGeom prst="roundRect">
            <a:avLst>
              <a:gd name="adj" fmla="val 11765"/>
            </a:avLst>
          </a:prstGeom>
          <a:solidFill>
            <a:srgbClr val="FFFAF3"/>
          </a:solidFill>
          <a:ln w="12700">
            <a:solidFill>
              <a:srgbClr val="DDD4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600200"/>
            <a:ext cx="1082649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SUPPORTED</a:t>
            </a:r>
            <a:pPr indent="0" marL="0">
              <a:buNone/>
            </a:pPr>
            <a:r>
              <a:rPr lang="en-US" sz="1600" dirty="0">
                <a:solidFill>
                  <a:srgbClr val="1C19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relevant evidence agrees, and none of it denies the question.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2651760"/>
            <a:ext cx="11155680" cy="932688"/>
          </a:xfrm>
          <a:prstGeom prst="roundRect">
            <a:avLst>
              <a:gd name="adj" fmla="val 11765"/>
            </a:avLst>
          </a:prstGeom>
          <a:solidFill>
            <a:srgbClr val="FFFAF3"/>
          </a:solidFill>
          <a:ln w="12700">
            <a:solidFill>
              <a:srgbClr val="DDD4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2651760"/>
            <a:ext cx="1082649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CONTRADICTED</a:t>
            </a:r>
            <a:pPr indent="0" marL="0">
              <a:buNone/>
            </a:pPr>
            <a:r>
              <a:rPr lang="en-US" sz="1600" dirty="0">
                <a:solidFill>
                  <a:srgbClr val="1C19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relevant evidence denies the question, and none of it agrees.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3703320"/>
            <a:ext cx="11155680" cy="932688"/>
          </a:xfrm>
          <a:prstGeom prst="roundRect">
            <a:avLst>
              <a:gd name="adj" fmla="val 11765"/>
            </a:avLst>
          </a:prstGeom>
          <a:solidFill>
            <a:srgbClr val="FFFAF3"/>
          </a:solidFill>
          <a:ln w="12700">
            <a:solidFill>
              <a:srgbClr val="DDD4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3703320"/>
            <a:ext cx="1082649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MIXED</a:t>
            </a:r>
            <a:pPr indent="0" marL="0">
              <a:buNone/>
            </a:pPr>
            <a:r>
              <a:rPr lang="en-US" sz="1600" dirty="0">
                <a:solidFill>
                  <a:srgbClr val="1C19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Some evidence agrees and some denies it.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" y="4754880"/>
            <a:ext cx="11155680" cy="932688"/>
          </a:xfrm>
          <a:prstGeom prst="roundRect">
            <a:avLst>
              <a:gd name="adj" fmla="val 11765"/>
            </a:avLst>
          </a:prstGeom>
          <a:solidFill>
            <a:srgbClr val="FFFAF3"/>
          </a:solidFill>
          <a:ln w="12700">
            <a:solidFill>
              <a:srgbClr val="DDD4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4754880"/>
            <a:ext cx="1082649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INSUFFICIENT</a:t>
            </a:r>
            <a:pPr indent="0" marL="0">
              <a:buNone/>
            </a:pPr>
            <a:r>
              <a:rPr lang="en-US" sz="1600" dirty="0">
                <a:solidFill>
                  <a:srgbClr val="1C19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No supplied evidence is about the question.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" y="58978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56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cited paper id has to be in the memories or the Zetaris rows that were sent.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418320" y="64465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56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 /  9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C3D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Recall, then evidence, then a stop.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1174090" cy="420624"/>
          </a:xfrm>
          <a:prstGeom prst="roundRect">
            <a:avLst>
              <a:gd name="adj" fmla="val 217391"/>
            </a:avLst>
          </a:prstGeom>
          <a:solidFill>
            <a:srgbClr val="1C1915"/>
          </a:solidFill>
          <a:ln w="12700">
            <a:solidFill>
              <a:srgbClr val="1C191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463040"/>
            <a:ext cx="11740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A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786738" y="1463040"/>
            <a:ext cx="1569110" cy="420624"/>
          </a:xfrm>
          <a:prstGeom prst="roundRect">
            <a:avLst>
              <a:gd name="adj" fmla="val 217391"/>
            </a:avLst>
          </a:prstGeom>
          <a:solidFill>
            <a:srgbClr val="1C1915"/>
          </a:solidFill>
          <a:ln w="12700">
            <a:solidFill>
              <a:srgbClr val="1C191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86738" y="1463040"/>
            <a:ext cx="156911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A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H-MEM recall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65576" y="1463040"/>
            <a:ext cx="2359152" cy="420624"/>
          </a:xfrm>
          <a:prstGeom prst="roundRect">
            <a:avLst>
              <a:gd name="adj" fmla="val 217391"/>
            </a:avLst>
          </a:prstGeom>
          <a:solidFill>
            <a:srgbClr val="1C1915"/>
          </a:solidFill>
          <a:ln w="12700">
            <a:solidFill>
              <a:srgbClr val="1C191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5576" y="1463040"/>
            <a:ext cx="2359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A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Markovian, at most 3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34456" y="1463040"/>
            <a:ext cx="1075334" cy="420624"/>
          </a:xfrm>
          <a:prstGeom prst="roundRect">
            <a:avLst>
              <a:gd name="adj" fmla="val 217391"/>
            </a:avLst>
          </a:prstGeom>
          <a:solidFill>
            <a:srgbClr val="1C1915"/>
          </a:solidFill>
          <a:ln w="12700">
            <a:solidFill>
              <a:srgbClr val="1C191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34456" y="1463040"/>
            <a:ext cx="107533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A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Zetaris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119518" y="1463040"/>
            <a:ext cx="1174090" cy="420624"/>
          </a:xfrm>
          <a:prstGeom prst="roundRect">
            <a:avLst>
              <a:gd name="adj" fmla="val 217391"/>
            </a:avLst>
          </a:prstGeom>
          <a:solidFill>
            <a:srgbClr val="1C1915"/>
          </a:solidFill>
          <a:ln w="12700">
            <a:solidFill>
              <a:srgbClr val="1C191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19518" y="1463040"/>
            <a:ext cx="11740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A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Nemotron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403336" y="1463040"/>
            <a:ext cx="2260397" cy="420624"/>
          </a:xfrm>
          <a:prstGeom prst="roundRect">
            <a:avLst>
              <a:gd name="adj" fmla="val 217391"/>
            </a:avLst>
          </a:prstGeom>
          <a:solidFill>
            <a:srgbClr val="1C1915"/>
          </a:solidFill>
          <a:ln w="12700">
            <a:solidFill>
              <a:srgbClr val="1C191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03336" y="1463040"/>
            <a:ext cx="22603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A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Contradiction check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1993392"/>
            <a:ext cx="2062886" cy="420624"/>
          </a:xfrm>
          <a:prstGeom prst="roundRect">
            <a:avLst>
              <a:gd name="adj" fmla="val 217391"/>
            </a:avLst>
          </a:prstGeom>
          <a:solidFill>
            <a:srgbClr val="1C1915"/>
          </a:solidFill>
          <a:ln w="12700">
            <a:solidFill>
              <a:srgbClr val="1C191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1993392"/>
            <a:ext cx="20628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A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 the finding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2670048"/>
            <a:ext cx="11155680" cy="914400"/>
          </a:xfrm>
          <a:prstGeom prst="roundRect">
            <a:avLst>
              <a:gd name="adj" fmla="val 12000"/>
            </a:avLst>
          </a:prstGeom>
          <a:solidFill>
            <a:srgbClr val="FFFAF3"/>
          </a:solidFill>
          <a:ln w="12700">
            <a:solidFill>
              <a:srgbClr val="DDD4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" y="2670048"/>
            <a:ext cx="10826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19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a warm run the first chunk already holds the recalled memory, so Search memory is not repeated.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2920" y="3694176"/>
            <a:ext cx="11155680" cy="914400"/>
          </a:xfrm>
          <a:prstGeom prst="roundRect">
            <a:avLst>
              <a:gd name="adj" fmla="val 12000"/>
            </a:avLst>
          </a:prstGeom>
          <a:solidFill>
            <a:srgbClr val="FFFAF3"/>
          </a:solidFill>
          <a:ln w="12700">
            <a:solidFill>
              <a:srgbClr val="DDD4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3694176"/>
            <a:ext cx="10826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19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chunk asks Zetaris once. Nemotron assesses that chunk plus the evidence gathered so far.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02920" y="4718304"/>
            <a:ext cx="11155680" cy="914400"/>
          </a:xfrm>
          <a:prstGeom prst="roundRect">
            <a:avLst>
              <a:gd name="adj" fmla="val 12000"/>
            </a:avLst>
          </a:prstGeom>
          <a:solidFill>
            <a:srgbClr val="FFFAF3"/>
          </a:solidFill>
          <a:ln w="12700">
            <a:solidFill>
              <a:srgbClr val="DDD4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" y="4718304"/>
            <a:ext cx="10826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19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loop stops when the assessment is not INSUFFICIENT and nothing is still open, or at chunk 3.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418320" y="64465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56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 /  9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C3D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Vendored engines, one local model call.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513832" cy="1417320"/>
          </a:xfrm>
          <a:prstGeom prst="roundRect">
            <a:avLst>
              <a:gd name="adj" fmla="val 7742"/>
            </a:avLst>
          </a:prstGeom>
          <a:solidFill>
            <a:srgbClr val="FFFAF3"/>
          </a:solidFill>
          <a:ln w="12700">
            <a:solidFill>
              <a:srgbClr val="DDD4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600200"/>
            <a:ext cx="51846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Page</a:t>
            </a:r>
            <a:pPr indent="0" marL="0">
              <a:buNone/>
            </a:pPr>
            <a:r>
              <a:rPr lang="en-US" sz="1500" dirty="0">
                <a:solidFill>
                  <a:srgbClr val="1C19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Node and tsx. Run research calls POST /api/research.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44768" y="1600200"/>
            <a:ext cx="5513832" cy="1417320"/>
          </a:xfrm>
          <a:prstGeom prst="roundRect">
            <a:avLst>
              <a:gd name="adj" fmla="val 7742"/>
            </a:avLst>
          </a:prstGeom>
          <a:solidFill>
            <a:srgbClr val="FFFAF3"/>
          </a:solidFill>
          <a:ln w="12700">
            <a:solidFill>
              <a:srgbClr val="DDD4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09360" y="1600200"/>
            <a:ext cx="51846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H-MEM</a:t>
            </a:r>
            <a:pPr indent="0" marL="0">
              <a:buNone/>
            </a:pPr>
            <a:r>
              <a:rPr lang="en-US" sz="1500" dirty="0">
                <a:solidFill>
                  <a:srgbClr val="1C19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Vendored Meterless engine. Prior claims live in .memory.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145536"/>
            <a:ext cx="5513832" cy="1417320"/>
          </a:xfrm>
          <a:prstGeom prst="roundRect">
            <a:avLst>
              <a:gd name="adj" fmla="val 7742"/>
            </a:avLst>
          </a:prstGeom>
          <a:solidFill>
            <a:srgbClr val="FFFAF3"/>
          </a:solidFill>
          <a:ln w="12700">
            <a:solidFill>
              <a:srgbClr val="DDD4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3145536"/>
            <a:ext cx="51846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Markovian</a:t>
            </a:r>
            <a:pPr indent="0" marL="0">
              <a:buNone/>
            </a:pPr>
            <a:r>
              <a:rPr lang="en-US" sz="1500" dirty="0">
                <a:solidFill>
                  <a:srgbClr val="1C19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Vendored. Chunk size 2000, at most 3 chunks, 128 carryover tokens.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44768" y="3145536"/>
            <a:ext cx="5513832" cy="1417320"/>
          </a:xfrm>
          <a:prstGeom prst="roundRect">
            <a:avLst>
              <a:gd name="adj" fmla="val 7742"/>
            </a:avLst>
          </a:prstGeom>
          <a:solidFill>
            <a:srgbClr val="FFFAF3"/>
          </a:solidFill>
          <a:ln w="12700">
            <a:solidFill>
              <a:srgbClr val="DDD4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3145536"/>
            <a:ext cx="51846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Zetaris</a:t>
            </a:r>
            <a:pPr indent="0" marL="0">
              <a:buNone/>
            </a:pPr>
            <a:r>
              <a:rPr lang="en-US" sz="1500" dirty="0">
                <a:solidFill>
                  <a:srgbClr val="1C19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Current papers, notes, and experiments.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4690872"/>
            <a:ext cx="5513832" cy="1417320"/>
          </a:xfrm>
          <a:prstGeom prst="roundRect">
            <a:avLst>
              <a:gd name="adj" fmla="val 7742"/>
            </a:avLst>
          </a:prstGeom>
          <a:solidFill>
            <a:srgbClr val="FFFAF3"/>
          </a:solidFill>
          <a:ln w="12700">
            <a:solidFill>
              <a:srgbClr val="DDD4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4690872"/>
            <a:ext cx="51846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Nightshift</a:t>
            </a:r>
            <a:pPr indent="0" marL="0">
              <a:buNone/>
            </a:pPr>
            <a:r>
              <a:rPr lang="en-US" sz="1500" dirty="0">
                <a:solidFill>
                  <a:srgbClr val="1C19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Local runtime. Model nvidia/nemotron-3.5-lightning-30b-a3b.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44768" y="4690872"/>
            <a:ext cx="5513832" cy="1417320"/>
          </a:xfrm>
          <a:prstGeom prst="roundRect">
            <a:avLst>
              <a:gd name="adj" fmla="val 7742"/>
            </a:avLst>
          </a:prstGeom>
          <a:solidFill>
            <a:srgbClr val="FFFAF3"/>
          </a:solidFill>
          <a:ln w="12700">
            <a:solidFill>
              <a:srgbClr val="DDD4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4690872"/>
            <a:ext cx="51846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Offline reasoner</a:t>
            </a:r>
            <a:pPr indent="0" marL="0">
              <a:buNone/>
            </a:pPr>
            <a:r>
              <a:rPr lang="en-US" sz="1500" dirty="0">
                <a:solidFill>
                  <a:srgbClr val="1C19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same four assessments, with Nightshift stopped.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418320" y="64465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56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 /  9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C3D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ZETARIS AND METERLESS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corpus stays in Zetaris. The loop is Meterless.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11155680" cy="914400"/>
          </a:xfrm>
          <a:prstGeom prst="roundRect">
            <a:avLst>
              <a:gd name="adj" fmla="val 12000"/>
            </a:avLst>
          </a:prstGeom>
          <a:solidFill>
            <a:srgbClr val="FFFAF3"/>
          </a:solidFill>
          <a:ln w="12700">
            <a:solidFill>
              <a:srgbClr val="DDD4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874520"/>
            <a:ext cx="10826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Zetaris</a:t>
            </a:r>
            <a:pPr indent="0" marL="0">
              <a:buNone/>
            </a:pPr>
            <a:r>
              <a:rPr lang="en-US" sz="1500" dirty="0">
                <a:solidFill>
                  <a:srgbClr val="1C19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Each chunk queries it once: schemes, one paper, or conflicting evidence, and only for work not already completed.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898648"/>
            <a:ext cx="11155680" cy="914400"/>
          </a:xfrm>
          <a:prstGeom prst="roundRect">
            <a:avLst>
              <a:gd name="adj" fmla="val 12000"/>
            </a:avLst>
          </a:prstGeom>
          <a:solidFill>
            <a:srgbClr val="FFFAF3"/>
          </a:solidFill>
          <a:ln w="12700">
            <a:solidFill>
              <a:srgbClr val="DDD4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2898648"/>
            <a:ext cx="10826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H-MEM</a:t>
            </a:r>
            <a:pPr indent="0" marL="0">
              <a:buNone/>
            </a:pPr>
            <a:r>
              <a:rPr lang="en-US" sz="1500" dirty="0">
                <a:solidFill>
                  <a:srgbClr val="1C19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Recalls prior findings into the first chunk, then stores the new finding once.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922776"/>
            <a:ext cx="11155680" cy="914400"/>
          </a:xfrm>
          <a:prstGeom prst="roundRect">
            <a:avLst>
              <a:gd name="adj" fmla="val 12000"/>
            </a:avLst>
          </a:prstGeom>
          <a:solidFill>
            <a:srgbClr val="FFFAF3"/>
          </a:solidFill>
          <a:ln w="12700">
            <a:solidFill>
              <a:srgbClr val="DDD4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3922776"/>
            <a:ext cx="10826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Markovian</a:t>
            </a:r>
            <a:pPr indent="0" marL="0">
              <a:buNone/>
            </a:pPr>
            <a:r>
              <a:rPr lang="en-US" sz="1500" dirty="0">
                <a:solidFill>
                  <a:srgbClr val="1C19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Carries completed work, what is still open, decisions, and context from chunk to chunk.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4946904"/>
            <a:ext cx="11155680" cy="914400"/>
          </a:xfrm>
          <a:prstGeom prst="roundRect">
            <a:avLst>
              <a:gd name="adj" fmla="val 12000"/>
            </a:avLst>
          </a:prstGeom>
          <a:solidFill>
            <a:srgbClr val="FFFAF3"/>
          </a:solidFill>
          <a:ln w="12700">
            <a:solidFill>
              <a:srgbClr val="DDD4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4946904"/>
            <a:ext cx="10826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Nightshift</a:t>
            </a:r>
            <a:pPr indent="0" marL="0">
              <a:buNone/>
            </a:pPr>
            <a:r>
              <a:rPr lang="en-US" sz="1500" dirty="0">
                <a:solidFill>
                  <a:srgbClr val="1C19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only model call. The NVIDIA key stays there and never enters this repo.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" y="5989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56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reference engines are vendored. They were not rewritten.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418320" y="64465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56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 /  9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C3D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UNIQUE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loop stops, and it may only cite what it was given.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5513832" cy="1874520"/>
          </a:xfrm>
          <a:prstGeom prst="roundRect">
            <a:avLst>
              <a:gd name="adj" fmla="val 5854"/>
            </a:avLst>
          </a:prstGeom>
          <a:solidFill>
            <a:srgbClr val="FFFAF3"/>
          </a:solidFill>
          <a:ln w="12700">
            <a:solidFill>
              <a:srgbClr val="DDD4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874520"/>
            <a:ext cx="518464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 is shorter</a:t>
            </a:r>
            <a:pPr indent="0" marL="0">
              <a:buNone/>
            </a:pPr>
            <a:r>
              <a:rPr lang="en-US" sz="1600" dirty="0">
                <a:solidFill>
                  <a:srgbClr val="1C19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H-MEM text enters the first chunk only. A cold run takes 3 chunks. A warm run takes 2.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44768" y="1874520"/>
            <a:ext cx="5513832" cy="1874520"/>
          </a:xfrm>
          <a:prstGeom prst="roundRect">
            <a:avLst>
              <a:gd name="adj" fmla="val 5854"/>
            </a:avLst>
          </a:prstGeom>
          <a:solidFill>
            <a:srgbClr val="FFFAF3"/>
          </a:solidFill>
          <a:ln w="12700">
            <a:solidFill>
              <a:srgbClr val="DDD4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09360" y="1874520"/>
            <a:ext cx="518464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Later chunks stay open</a:t>
            </a:r>
            <a:pPr indent="0" marL="0">
              <a:buNone/>
            </a:pPr>
            <a:r>
              <a:rPr lang="en-US" sz="1600" dirty="0">
                <a:solidFill>
                  <a:srgbClr val="1C19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They do not see that reinjection. They search memory for what is still unresolved.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3877056"/>
            <a:ext cx="5513832" cy="1874520"/>
          </a:xfrm>
          <a:prstGeom prst="roundRect">
            <a:avLst>
              <a:gd name="adj" fmla="val 5854"/>
            </a:avLst>
          </a:prstGeom>
          <a:solidFill>
            <a:srgbClr val="FFFAF3"/>
          </a:solidFill>
          <a:ln w="12700">
            <a:solidFill>
              <a:srgbClr val="DDD4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3877056"/>
            <a:ext cx="518464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invented papers</a:t>
            </a:r>
            <a:pPr indent="0" marL="0">
              <a:buNone/>
            </a:pPr>
            <a:r>
              <a:rPr lang="en-US" sz="1600" dirty="0">
                <a:solidFill>
                  <a:srgbClr val="1C19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Supporting and conflicting ids have to be in the memories or the Zetaris rows that were sent.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44768" y="3877056"/>
            <a:ext cx="5513832" cy="1874520"/>
          </a:xfrm>
          <a:prstGeom prst="roundRect">
            <a:avLst>
              <a:gd name="adj" fmla="val 5854"/>
            </a:avLst>
          </a:prstGeom>
          <a:solidFill>
            <a:srgbClr val="FFFAF3"/>
          </a:solidFill>
          <a:ln w="12700">
            <a:solidFill>
              <a:srgbClr val="DDD4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3877056"/>
            <a:ext cx="518464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contradiction has a consequence</a:t>
            </a:r>
            <a:pPr indent="0" marL="0">
              <a:buNone/>
            </a:pPr>
            <a:r>
              <a:rPr lang="en-US" sz="1600" dirty="0">
                <a:solidFill>
                  <a:srgbClr val="1C19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CONTRADICTS always recommends revising the existing conclusion.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418320" y="64465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56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 /  9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C3D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warm run, on the page.</a:t>
            </a:r>
            <a:endParaRPr lang="en-US" sz="3000" dirty="0"/>
          </a:p>
        </p:txBody>
      </p:sp>
      <p:pic>
        <p:nvPicPr>
          <p:cNvPr id="4" name="Image 0" descr="c:\code_hackathon_day4\open-agent-hackathon-2026\build-oct26\research-os\images\guide-inpu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417320"/>
            <a:ext cx="5532120" cy="2880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4389120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56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Question, Nemotron, and H-MEM.</a:t>
            </a:r>
            <a:endParaRPr lang="en-US" sz="1300" dirty="0"/>
          </a:p>
        </p:txBody>
      </p:sp>
      <p:pic>
        <p:nvPicPr>
          <p:cNvPr id="6" name="Image 1" descr="c:\code_hackathon_day4\open-agent-hackathon-2026\build-oct26\research-os\images\guide-evidenc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0" y="1417320"/>
            <a:ext cx="5532120" cy="2880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7920" y="4389120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56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Zetaris papers and the Markovian trace.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02920" y="48920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56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Trusted-opener question. Assessment SUPPORTED, from P015, P020, P026, P029, and P030.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9418320" y="64465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56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 /  9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C3D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next runs should show.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155680" cy="987552"/>
          </a:xfrm>
          <a:prstGeom prst="roundRect">
            <a:avLst>
              <a:gd name="adj" fmla="val 11111"/>
            </a:avLst>
          </a:prstGeom>
          <a:solidFill>
            <a:srgbClr val="FFFAF3"/>
          </a:solidFill>
          <a:ln w="12700">
            <a:solidFill>
              <a:srgbClr val="DDD4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600200"/>
            <a:ext cx="1082649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visible contradiction</a:t>
            </a:r>
            <a:pPr indent="0" marL="0">
              <a:buNone/>
            </a:pPr>
            <a:r>
              <a:rPr lang="en-US" sz="1600" dirty="0">
                <a:solidFill>
                  <a:srgbClr val="1C19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evaluator already marks CONTRADICTS in tests. The page should show that case, not only agreement.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2697480"/>
            <a:ext cx="11155680" cy="987552"/>
          </a:xfrm>
          <a:prstGeom prst="roundRect">
            <a:avLst>
              <a:gd name="adj" fmla="val 11111"/>
            </a:avLst>
          </a:prstGeom>
          <a:solidFill>
            <a:srgbClr val="FFFAF3"/>
          </a:solidFill>
          <a:ln w="12700">
            <a:solidFill>
              <a:srgbClr val="DDD4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2697480"/>
            <a:ext cx="1082649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researcher edit</a:t>
            </a:r>
            <a:pPr indent="0" marL="0">
              <a:buNone/>
            </a:pPr>
            <a:r>
              <a:rPr lang="en-US" sz="1600" dirty="0">
                <a:solidFill>
                  <a:srgbClr val="1C19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Accept or revise a stored finding before the next warm run uses it.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3794760"/>
            <a:ext cx="11155680" cy="987552"/>
          </a:xfrm>
          <a:prstGeom prst="roundRect">
            <a:avLst>
              <a:gd name="adj" fmla="val 11111"/>
            </a:avLst>
          </a:prstGeom>
          <a:solidFill>
            <a:srgbClr val="FFFAF3"/>
          </a:solidFill>
          <a:ln w="12700">
            <a:solidFill>
              <a:srgbClr val="DDD4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3794760"/>
            <a:ext cx="1082649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questions that persist</a:t>
            </a:r>
            <a:pPr indent="0" marL="0">
              <a:buNone/>
            </a:pPr>
            <a:r>
              <a:rPr lang="en-US" sz="1600" dirty="0">
                <a:solidFill>
                  <a:srgbClr val="1C19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Carry one unanswered question into a later run, still inside the 3-chunk cap.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" y="4892040"/>
            <a:ext cx="11155680" cy="987552"/>
          </a:xfrm>
          <a:prstGeom prst="roundRect">
            <a:avLst>
              <a:gd name="adj" fmla="val 11111"/>
            </a:avLst>
          </a:prstGeom>
          <a:solidFill>
            <a:srgbClr val="FFFAF3"/>
          </a:solidFill>
          <a:ln w="12700">
            <a:solidFill>
              <a:srgbClr val="DDD4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4892040"/>
            <a:ext cx="1082649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export</a:t>
            </a:r>
            <a:pPr indent="0" marL="0">
              <a:buNone/>
            </a:pPr>
            <a:r>
              <a:rPr lang="en-US" sz="1600" dirty="0">
                <a:solidFill>
                  <a:srgbClr val="1C19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The assessment, with the paper ids it was allowed to cite.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418320" y="64465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56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 /  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ResearchOS</dc:title>
  <dc:subject>A question needs memory and evidence.</dc:subject>
  <dc:creator>ResearchOS</dc:creator>
  <cp:lastModifiedBy>ResearchOS</cp:lastModifiedBy>
  <cp:revision>1</cp:revision>
  <dcterms:created xsi:type="dcterms:W3CDTF">2026-10-27T21:30:19Z</dcterms:created>
  <dcterms:modified xsi:type="dcterms:W3CDTF">2026-10-27T21:30:19Z</dcterms:modified>
</cp:coreProperties>
</file>